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274320"/>
            <a:ext cx="2286000" cy="2286000"/>
          </a:xfrm>
          <a:prstGeom prst="rect">
            <a:avLst/>
          </a:prstGeom>
          <a:solidFill>
            <a:srgbClr val="0C9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Hawa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A7F3D0"/>
                </a:solidFill>
              </a:rPr>
              <a:t>Chatbot de Santé Communautaire — Niger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1FAE5"/>
                </a:solidFill>
              </a:rPr>
              <a:t>Assistant IA sur WhatsApp pour la vaccination et la santé du nourrisson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43200"/>
            <a:ext cx="54864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5303520"/>
            <a:ext cx="2834640" cy="411480"/>
          </a:xfrm>
          <a:prstGeom prst="rect">
            <a:avLst/>
          </a:prstGeom>
          <a:solidFill>
            <a:srgbClr val="056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3309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7F3D0"/>
                </a:solidFill>
              </a:rPr>
              <a:t>Ministère de la Santé · Niger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5303520"/>
            <a:ext cx="2834640" cy="411480"/>
          </a:xfrm>
          <a:prstGeom prst="rect">
            <a:avLst/>
          </a:prstGeom>
          <a:solidFill>
            <a:srgbClr val="056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53309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7F3D0"/>
                </a:solidFill>
              </a:rPr>
              <a:t>Programme PEV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5303520"/>
            <a:ext cx="2834640" cy="411480"/>
          </a:xfrm>
          <a:prstGeom prst="rect">
            <a:avLst/>
          </a:prstGeom>
          <a:solidFill>
            <a:srgbClr val="056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53309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7F3D0"/>
                </a:solidFill>
              </a:rPr>
              <a:t>IA Générative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76072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Contexte &amp; Problématique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4D399"/>
                </a:solidFill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03520" cy="2286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7C4E"/>
                </a:solidFill>
              </a:rPr>
              <a:t>🌍  Situation au Niger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1E293B"/>
                </a:solidFill>
              </a:rPr>
              <a:t>• Taux de mortalité infantile élevé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E293B"/>
                </a:solidFill>
              </a:rPr>
              <a:t>• Couverture vaccinale insuffisante en zones rurales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E293B"/>
                </a:solidFill>
              </a:rPr>
              <a:t>• Barrière linguistique : majorité Hausa-phone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E293B"/>
                </a:solidFill>
              </a:rPr>
              <a:t>• Accès limité aux agents de santé communautaires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371600"/>
            <a:ext cx="5760720" cy="2286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366F1"/>
                </a:solidFill>
              </a:rPr>
              <a:t>📱  Opportunité numérique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6596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1E293B"/>
                </a:solidFill>
              </a:rPr>
              <a:t>• WhatsApp : messagerie la plus utilisée au Niger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E293B"/>
                </a:solidFill>
              </a:rPr>
              <a:t>• Pénétration mobile en forte croissance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E293B"/>
                </a:solidFill>
              </a:rPr>
              <a:t>• Les familles envoient des messages vocaux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E293B"/>
                </a:solidFill>
              </a:rPr>
              <a:t>• Besoin d'information santé fiable et accessible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931920"/>
            <a:ext cx="11430000" cy="10972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931920"/>
            <a:ext cx="73152" cy="109728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0233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💡  Solution : un chatbot IA bilingue (Français / Hausa) accessible sur WhatsApp, disponible 24h/24, qui répond aux questions de vaccination et de santé du nourrisson.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76072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Objectifs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4D399"/>
                </a:solidFill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474720" cy="192024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64008" cy="192024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89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C4E"/>
                </a:solidFill>
              </a:rPr>
              <a:t>🎯  Informer sur la vaccination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Répondre aux questions sur le calendrier PEV Niger, les effets secondaires et les vaccins disponibles gratuitement.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280160"/>
            <a:ext cx="3474720" cy="192024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280160"/>
            <a:ext cx="64008" cy="192024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389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C4E"/>
                </a:solidFill>
              </a:rPr>
              <a:t>👶  Santé du nourrisson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82880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Accompagner les parents sur la nutrition, les maladies courantes et les signes d'alerte chez l'enfant.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280160"/>
            <a:ext cx="3474720" cy="192024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280160"/>
            <a:ext cx="64008" cy="192024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C4E"/>
                </a:solidFill>
              </a:rPr>
              <a:t>🗣️  Accessibilité bilingue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828800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Comprendre et répondre en Français et en Hausa, avec détection automatique de la langue.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74720"/>
            <a:ext cx="3474720" cy="192024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474720"/>
            <a:ext cx="64008" cy="192024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844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C4E"/>
                </a:solidFill>
              </a:rPr>
              <a:t>🎙️  Messages vocaux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23359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Transcrire les messages audio des utilisateurs et répondre par synthèse vocale (TTS).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474720"/>
            <a:ext cx="3474720" cy="192024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3474720"/>
            <a:ext cx="64008" cy="192024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5844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C4E"/>
                </a:solidFill>
              </a:rPr>
              <a:t>👨‍⚕️  Tableau de bord de gestion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4023359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Permettre aux agents de santé de superviser les conversations et prendre la main si nécessaire.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474720"/>
            <a:ext cx="3474720" cy="192024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474720"/>
            <a:ext cx="64008" cy="192024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58444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C4E"/>
                </a:solidFill>
              </a:rPr>
              <a:t>📢  Diffusions ciblées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023359"/>
            <a:ext cx="32004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Envoyer des messages de prévention groupés à des listes de contacts WhatsApp.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76072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Architecture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4D399"/>
                </a:solidFill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10515600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2011680" cy="164592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📱
WhatsApp
Utilisateur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234440"/>
            <a:ext cx="2011680" cy="164592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4173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⚙️
Serveur
Node.js / Express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1234440"/>
            <a:ext cx="2011680" cy="1645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14173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🤖
OpenAI
GPT-4o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2011680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4173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🗄️
MongoDB
Base de données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24160" y="1234440"/>
            <a:ext cx="2011680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0" y="141732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🖥️
Dashboard
React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18288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18288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18288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76688" y="18288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429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Message texte
ou vocal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3429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Webhook Meta
Transcription STT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429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Génération de
la réponse 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3429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Stockage
conversations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34290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Supervision
admin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Services tiers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709160"/>
            <a:ext cx="2743200" cy="109728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8188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☁️  Cloudinary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2395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Stockage audio MP3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4709160"/>
            <a:ext cx="2743200" cy="10972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48188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🎤  Google STT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52395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Transcription vocale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4709160"/>
            <a:ext cx="2743200" cy="109728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48188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🔊  ElevenLabs/OAI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52395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Synthèse vocale TTS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9680" y="4709160"/>
            <a:ext cx="2743200" cy="109728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6840" y="48188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📊  Meta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52395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Envoi messages WhatsApp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76072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Stack Technologique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4D399"/>
                </a:solidFill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743200" cy="53035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2743200" cy="50292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075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Node.js  —  runtime 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69463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Express.js  —  serveur HTTP &amp; API 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6440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Mongoose  —  ODM MongoDB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5935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JWT  —  authentification sécurisée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654296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Multer  —  upload de fichiers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34924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node-cron  —  tâches planifiées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234440"/>
            <a:ext cx="2743200" cy="53035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1234440"/>
            <a:ext cx="2743200" cy="5029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79" y="13075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Intelligence Artificielle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79" y="1874519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OpenAI GPT-4o  —  génération des réponses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2569463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Whisper (OpenAI)  —  transcription audio (STT)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79" y="326440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Google Cloud Speech  —  STT alternatif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79" y="395935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ElevenLabs / OpenAI TTS  —  synthèse vocale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79" y="4654296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franc  —  détection de langue statistique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234440"/>
            <a:ext cx="2743200" cy="53035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1234440"/>
            <a:ext cx="274320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3075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Frontend (Dashboard)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874519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React 18  —  interface utilisateur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569463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Vite  —  bundler ultra-rapide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26440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React Router v6  —  navigation SPA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95935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Bootstrap Icons  —  icônes UI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6840" y="1234440"/>
            <a:ext cx="2743200" cy="53035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06840" y="1234440"/>
            <a:ext cx="27432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1307592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Infrastructure &amp; Cloud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1874519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MongoDB Atlas  —  base de données cloud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569463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Cloudinary  —  stockage médias audio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26440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Meta (WhatsApp) API  —  messagerie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3959352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• dotenv  —  gestion des secrets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76072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Fonctionnalités Clés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4D399"/>
                </a:solidFill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577840" cy="146304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64008" cy="146304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C4E"/>
                </a:solidFill>
              </a:rPr>
              <a:t>🎙️ Messages vocaux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L'utilisateur envoie un vocal WhatsApp → transcription automatique via Whisper → réponse IA → lecture TTS en retour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25880"/>
            <a:ext cx="5577840" cy="1463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64008" cy="1463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🌐 Bilingue Français / Hausa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87451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Détection automatique de la langue (franc + dictionnaire) · Réponse dans la langue du message · Support des caractères Hausa spéciaux (ƙ, ɗ, ɓ)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71800"/>
            <a:ext cx="5577840" cy="14630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971800"/>
            <a:ext cx="64008" cy="14630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🛡️ Mode Humain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204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L'agent peut basculer en "Mode Humain" pour reprendre la conversation directement depuis le dashboard · Retour automatique au mode IA possible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971800"/>
            <a:ext cx="5577840" cy="1463040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71800"/>
            <a:ext cx="64008" cy="14630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0632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</a:rPr>
              <a:t>📢 Diffusions groupées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204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Envoi de messages de prévention vaccinale à des listes de contacts · Support texte, image, audio, vidéo et documents PDF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617720"/>
            <a:ext cx="5577840" cy="146304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617720"/>
            <a:ext cx="64008" cy="146304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70915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C4E"/>
                </a:solidFill>
              </a:rPr>
              <a:t>📍 Géolocalisation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6635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L'utilisateur peut partager sa position pour trouver le centre de santé le plus proche (CSI)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617720"/>
            <a:ext cx="5577840" cy="14630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617720"/>
            <a:ext cx="64008" cy="1463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70915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</a:rPr>
              <a:t>🔒 Gestion des accès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6635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Système de rôles (Admin / Staff) · Authentification JWT · Blocage de contacts · Gestion des utilisateurs du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76072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Tableau de Bord Administratif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4D399"/>
                </a:solidFill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11430000" cy="53035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8288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87168"/>
            <a:ext cx="1828800" cy="475488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029967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Discussions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88336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46704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Diffusions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0507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Métadonnées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6634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Paramètres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1234440"/>
            <a:ext cx="9601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12984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</a:rPr>
              <a:t>Discussions — Historique des conversations WhatsApp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1828800"/>
            <a:ext cx="21488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3160" y="187451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7C4E"/>
                </a:solidFill>
              </a:rPr>
              <a:t>1 247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💬 Msgs reçus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1828800"/>
            <a:ext cx="21488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79" y="187451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7C4E"/>
                </a:solidFill>
              </a:rPr>
              <a:t>389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🎙️ Audio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1828800"/>
            <a:ext cx="21488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187451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7C4E"/>
                </a:solidFill>
              </a:rPr>
              <a:t>858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📝 Texte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59" y="1828800"/>
            <a:ext cx="21488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19" y="187451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7C4E"/>
                </a:solidFill>
              </a:rPr>
              <a:t>214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19" y="2377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👥 Contacts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94560" y="2971800"/>
            <a:ext cx="9601200" cy="41148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0" y="29992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29992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Numéro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299923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Statut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29992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Langue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9992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</a:rPr>
              <a:t>Actions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3401568"/>
            <a:ext cx="9601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0" y="34381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Fatima Moussa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34381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+227 96 XX XX XX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5040" y="343814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🟢 Ouvert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34381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Hausa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343814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Ouvrir  + Contact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194560" y="3950208"/>
            <a:ext cx="9601200" cy="50292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86000" y="3986783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Aissatou B.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0520" y="3986783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+227 93 XX XX XX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3986783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🔵 Mode Humain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79" y="3986783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Français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986783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Ouvrir  ✓ Enregistré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94560" y="4498848"/>
            <a:ext cx="9601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86000" y="45354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Hadiza Idrissa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60520" y="45354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+227 91 XX XX XX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453542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🔴 Fermé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26679" y="453542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Hausa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45354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Ouvrir  + Contact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76072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Flux d'une Conversation WhatsApp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4D399"/>
                </a:solidFill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2331720"/>
            <a:ext cx="429768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88720" cy="118872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603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</a:rPr>
              <a:t>Message
arrive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004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Texte ou vocal
via WhatsApp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2331720"/>
            <a:ext cx="429768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21408" y="1280160"/>
            <a:ext cx="1188720" cy="11887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21408" y="128016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5688" y="25603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</a:rPr>
              <a:t>Détection
langue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5688" y="32004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Français ou
Hausa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0056" y="2331720"/>
            <a:ext cx="429768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85616" y="1280160"/>
            <a:ext cx="118872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6" y="128016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9896" y="25603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</a:rPr>
              <a:t>STT
(si vocal)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9896" y="32004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Transcription
Whisper/Google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84264" y="2331720"/>
            <a:ext cx="429768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49824" y="1280160"/>
            <a:ext cx="118872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9824" y="128016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4104" y="25603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</a:rPr>
              <a:t>Contexte
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04104" y="32004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Historique +
Prompt système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48472" y="2331720"/>
            <a:ext cx="429768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14032" y="1280160"/>
            <a:ext cx="1188720" cy="1188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14032" y="128016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68312" y="25603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</a:rPr>
              <a:t>GPT-4o
Répond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68312" y="32004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Réponse courte
3-5 phrases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12680" y="2331720"/>
            <a:ext cx="429768" cy="54864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8240" y="1280160"/>
            <a:ext cx="1188720" cy="11887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128016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19" y="25603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</a:rPr>
              <a:t>TTS
(si vocal)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19" y="32004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Synthèse
audio MP3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42448" y="1280160"/>
            <a:ext cx="1188720" cy="118872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42448" y="128016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96728" y="25603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293B"/>
                </a:solidFill>
              </a:rPr>
              <a:t>Envoi
WhatsApp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96728" y="32004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Réponse au
contact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114800"/>
            <a:ext cx="11247120" cy="13716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114800"/>
            <a:ext cx="73152" cy="137160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4206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C4E"/>
                </a:solidFill>
              </a:rPr>
              <a:t>💾  Stockage systématique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46177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 b="0">
                <a:solidFill>
                  <a:srgbClr val="1E293B"/>
                </a:solidFill>
              </a:rPr>
              <a:t>• Chaque message (entrant et sortant) est enregistré en MongoDB avec : type de contenu, langue, transcription, URL audio, métadonnées IA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1E293B"/>
                </a:solidFill>
              </a:rPr>
              <a:t>• Le contact est créé automatiquement à son premier message · Le contexte des 20 derniers échanges est passé à GPT pour une réponse cohérente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09728" cy="576072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286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Impact &amp; 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13716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34D399"/>
                </a:solidFill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577840" cy="13716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C4E"/>
                </a:solidFill>
              </a:rPr>
              <a:t>✅  Accessibilité maximale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Aucune application à installer · WhatsApp déjà présent sur le téléphone des familles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5577840" cy="13716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C4E"/>
                </a:solidFill>
              </a:rPr>
              <a:t>✅  Barrière linguistique levée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Support natif du Hausa, langue maternelle de plus de 50 % de la population nigérienne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80360"/>
            <a:ext cx="5577840" cy="13716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C4E"/>
                </a:solidFill>
              </a:rPr>
              <a:t>✅  Disponibilité 24h/24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747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Réponse immédiate à toute heure, même en l'absence d'agent de santé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880360"/>
            <a:ext cx="5577840" cy="13716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9718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C4E"/>
                </a:solidFill>
              </a:rPr>
              <a:t>✅  Informations validées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747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Contenu basé sur le calendrier PEV officiel du Ministère de la Santé du Niger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34840"/>
            <a:ext cx="5577840" cy="13716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7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C4E"/>
                </a:solidFill>
              </a:rPr>
              <a:t>✅  Supervision humaine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292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Les agents de santé gardent le contrôle total via le tableau de bord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434840"/>
            <a:ext cx="5577840" cy="13716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526279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7C4E"/>
                </a:solidFill>
              </a:rPr>
              <a:t>✅  Scalabilité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0292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Un seul serveur peut gérer des milliers de conversations simultanément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7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56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7F3D0"/>
                </a:solidFill>
              </a:rPr>
              <a:t>Hawa — Chatbot IA de Santé Communautaire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743200"/>
            <a:ext cx="548640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5204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0">
                <a:solidFill>
                  <a:srgbClr val="D1FAE5"/>
                </a:solidFill>
              </a:rPr>
              <a:t>🌐  Projet e-Santé Niger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D1FAE5"/>
                </a:solidFill>
              </a:rPr>
              <a:t>📱  WhatsApp · Node.js · React · OpenAI · MongoDB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D1FAE5"/>
                </a:solidFill>
              </a:rPr>
              <a:t>🤝  En partenariat avec le Ministère de la Santé Publique du Niger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EE7B7"/>
                </a:solidFill>
              </a:rPr>
              <a:t>Des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